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DQN + Entropy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Idea:</a:t>
            </a:r>
          </a:p>
          <a:p>
            <a:r>
              <a:t>- Encourages exploration via entropy regularization</a:t>
            </a:r>
          </a:p>
          <a:p>
            <a:r>
              <a:t>- Prevents premature convergence</a:t>
            </a:r>
          </a:p>
          <a:p/>
          <a:p>
            <a:r>
              <a:t>Results:</a:t>
            </a:r>
          </a:p>
          <a:p>
            <a:r>
              <a:t>Dense Reward:</a:t>
            </a:r>
          </a:p>
          <a:p>
            <a:r>
              <a:t>- Fast convergence</a:t>
            </a:r>
          </a:p>
          <a:p>
            <a:r>
              <a:t>- High reward and stability</a:t>
            </a:r>
          </a:p>
          <a:p/>
          <a:p>
            <a:r>
              <a:t>Sparse Reward:</a:t>
            </a:r>
          </a:p>
          <a:p>
            <a:r>
              <a:t>- Slow learning</a:t>
            </a:r>
          </a:p>
          <a:p>
            <a:r>
              <a:t>- Lower success rate</a:t>
            </a:r>
          </a:p>
          <a:p/>
          <a:p>
            <a:r>
              <a:t>Interpretation:</a:t>
            </a:r>
          </a:p>
          <a:p>
            <a:r>
              <a:t>- Improves stability, not sufficient for sparse rewards</a:t>
            </a:r>
          </a:p>
          <a:p/>
          <a:p>
            <a:r>
              <a:t>Takeaway:</a:t>
            </a:r>
          </a:p>
          <a:p>
            <a:r>
              <a:t>Entropy improves exploration smoothness, not depth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DQN + RND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Idea:</a:t>
            </a:r>
          </a:p>
          <a:p>
            <a:r>
              <a:t>- Uses intrinsic reward from prediction error</a:t>
            </a:r>
          </a:p>
          <a:p>
            <a:r>
              <a:t>- Encourages exploration of novel states</a:t>
            </a:r>
          </a:p>
          <a:p/>
          <a:p>
            <a:r>
              <a:t>Results:</a:t>
            </a:r>
          </a:p>
          <a:p>
            <a:r>
              <a:t>Dense Reward:</a:t>
            </a:r>
          </a:p>
          <a:p>
            <a:r>
              <a:t>- Stable but slightly noisy</a:t>
            </a:r>
          </a:p>
          <a:p/>
          <a:p>
            <a:r>
              <a:t>Sparse Reward:</a:t>
            </a:r>
          </a:p>
          <a:p>
            <a:r>
              <a:t>- Strong improvement</a:t>
            </a:r>
          </a:p>
          <a:p>
            <a:r>
              <a:t>- High success rate</a:t>
            </a:r>
          </a:p>
          <a:p/>
          <a:p>
            <a:r>
              <a:t>Interpretation:</a:t>
            </a:r>
          </a:p>
          <a:p>
            <a:r>
              <a:t>- Solves sparse reward problem</a:t>
            </a:r>
          </a:p>
          <a:p>
            <a:r>
              <a:t>- Converts sparse to dense learning signal</a:t>
            </a:r>
          </a:p>
          <a:p/>
          <a:p>
            <a:r>
              <a:t>Takeaway:</a:t>
            </a:r>
          </a:p>
          <a:p>
            <a:r>
              <a:t>RND enables effective exploration via novelty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